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7" r:id="rId12"/>
    <p:sldId id="268" r:id="rId13"/>
    <p:sldId id="269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8FFF6-8964-4FB9-91B2-EC6E737C1EC1}" v="9" dt="2026-03-11T12:15:38.9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57150"/>
            <a:ext cx="1533525" cy="61912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5" y="809625"/>
            <a:ext cx="3105150" cy="26193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2475" y="647700"/>
            <a:ext cx="3105150" cy="261937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0" y="647700"/>
            <a:ext cx="3095625" cy="261937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3425" y="3590925"/>
            <a:ext cx="3095625" cy="261937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43425" y="3590925"/>
            <a:ext cx="3143250" cy="263842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2475" y="3590925"/>
            <a:ext cx="3114675" cy="2638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725" y="57150"/>
            <a:ext cx="1533525" cy="619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7254" y="-74993"/>
            <a:ext cx="7687945" cy="12880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165" y="1298193"/>
            <a:ext cx="10617835" cy="405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57445" y="6441747"/>
            <a:ext cx="72199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41747"/>
            <a:ext cx="744219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6051" y="6441747"/>
            <a:ext cx="24130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1800" y="427727"/>
            <a:ext cx="8788399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Title:</a:t>
            </a:r>
            <a:r>
              <a:rPr sz="2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NearStitch-</a:t>
            </a:r>
            <a:r>
              <a:rPr sz="2400" spc="-35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Fashion</a:t>
            </a:r>
            <a:r>
              <a:rPr sz="2400" spc="-35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Designing</a:t>
            </a:r>
            <a:r>
              <a:rPr sz="2400" spc="-40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Pickup</a:t>
            </a:r>
            <a:r>
              <a:rPr sz="2400" spc="-35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Delivery</a:t>
            </a:r>
            <a:r>
              <a:rPr sz="2400" spc="-35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lang="en-IN" sz="2400" spc="-10" dirty="0">
                <a:solidFill>
                  <a:srgbClr val="2F5599"/>
                </a:solidFill>
                <a:latin typeface="Times New Roman"/>
                <a:cs typeface="Times New Roman"/>
              </a:rPr>
              <a:t>Console Project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3571" y="1090930"/>
            <a:ext cx="4137660" cy="40524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Name: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THOTA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JHANA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SRI</a:t>
            </a:r>
            <a:endParaRPr sz="2400" dirty="0">
              <a:latin typeface="Calibri"/>
              <a:cs typeface="Calibri"/>
            </a:endParaRPr>
          </a:p>
          <a:p>
            <a:pPr marL="7620" algn="ctr">
              <a:lnSpc>
                <a:spcPct val="100000"/>
              </a:lnSpc>
              <a:spcBef>
                <a:spcPts val="125"/>
              </a:spcBef>
            </a:pPr>
            <a:r>
              <a:rPr sz="2400" spc="-10" dirty="0">
                <a:latin typeface="Calibri"/>
                <a:cs typeface="Calibri"/>
              </a:rPr>
              <a:t>Student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ID: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2520</a:t>
            </a:r>
            <a:r>
              <a:rPr sz="2400" spc="50" dirty="0">
                <a:latin typeface="Calibri"/>
                <a:cs typeface="Calibri"/>
              </a:rPr>
              <a:t>0</a:t>
            </a:r>
            <a:r>
              <a:rPr sz="2400" spc="-25" dirty="0">
                <a:latin typeface="Calibri"/>
                <a:cs typeface="Calibri"/>
              </a:rPr>
              <a:t>9012</a:t>
            </a:r>
            <a:r>
              <a:rPr sz="2400" spc="45" dirty="0">
                <a:latin typeface="Calibri"/>
                <a:cs typeface="Calibri"/>
              </a:rPr>
              <a:t>1</a:t>
            </a:r>
            <a:r>
              <a:rPr sz="600" spc="-5" dirty="0">
                <a:latin typeface="Calibri"/>
                <a:cs typeface="Calibri"/>
              </a:rPr>
              <a:t>)</a:t>
            </a:r>
            <a:endParaRPr sz="600" dirty="0">
              <a:latin typeface="Calibri"/>
              <a:cs typeface="Calibri"/>
            </a:endParaRPr>
          </a:p>
          <a:p>
            <a:pPr marL="812800" marR="802005" indent="3810" algn="ctr">
              <a:lnSpc>
                <a:spcPts val="3379"/>
              </a:lnSpc>
              <a:spcBef>
                <a:spcPts val="120"/>
              </a:spcBef>
            </a:pPr>
            <a:r>
              <a:rPr sz="2750" spc="-10" dirty="0">
                <a:latin typeface="Calibri"/>
                <a:cs typeface="Calibri"/>
              </a:rPr>
              <a:t>Cluster:02 </a:t>
            </a:r>
            <a:r>
              <a:rPr sz="2750" dirty="0">
                <a:latin typeface="Calibri"/>
                <a:cs typeface="Calibri"/>
              </a:rPr>
              <a:t>Section: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lang="en-IN" sz="2750" spc="-10" dirty="0">
                <a:latin typeface="Calibri"/>
                <a:cs typeface="Calibri"/>
              </a:rPr>
              <a:t>8</a:t>
            </a:r>
            <a:r>
              <a:rPr sz="2750" spc="-10" dirty="0">
                <a:latin typeface="Calibri"/>
                <a:cs typeface="Calibri"/>
              </a:rPr>
              <a:t>(</a:t>
            </a:r>
            <a:r>
              <a:rPr lang="en-IN" sz="2750" spc="-10" dirty="0">
                <a:latin typeface="Calibri"/>
                <a:cs typeface="Calibri"/>
              </a:rPr>
              <a:t>DSA</a:t>
            </a:r>
            <a:r>
              <a:rPr sz="2750" spc="-10" dirty="0">
                <a:latin typeface="Calibri"/>
                <a:cs typeface="Calibri"/>
              </a:rPr>
              <a:t>)</a:t>
            </a:r>
            <a:endParaRPr sz="2750" dirty="0">
              <a:latin typeface="Calibri"/>
              <a:cs typeface="Calibri"/>
            </a:endParaRPr>
          </a:p>
          <a:p>
            <a:pPr marL="937894" marR="908685" algn="ctr">
              <a:lnSpc>
                <a:spcPct val="110600"/>
              </a:lnSpc>
              <a:spcBef>
                <a:spcPts val="1714"/>
              </a:spcBef>
            </a:pPr>
            <a:r>
              <a:rPr sz="2150" dirty="0">
                <a:latin typeface="Calibri"/>
                <a:cs typeface="Calibri"/>
              </a:rPr>
              <a:t>Under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Guidance </a:t>
            </a:r>
            <a:r>
              <a:rPr sz="2150" spc="-25" dirty="0">
                <a:latin typeface="Calibri"/>
                <a:cs typeface="Calibri"/>
              </a:rPr>
              <a:t>of</a:t>
            </a:r>
            <a:endParaRPr sz="2150" dirty="0">
              <a:latin typeface="Calibri"/>
              <a:cs typeface="Calibri"/>
            </a:endParaRPr>
          </a:p>
          <a:p>
            <a:pPr marL="555625" marR="523240" algn="ctr">
              <a:lnSpc>
                <a:spcPct val="110600"/>
              </a:lnSpc>
              <a:spcBef>
                <a:spcPts val="5"/>
              </a:spcBef>
            </a:pP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Supervisor</a:t>
            </a:r>
            <a:r>
              <a:rPr sz="2150" spc="1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Name:</a:t>
            </a:r>
            <a:r>
              <a:rPr sz="2150" spc="1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endParaRPr lang="en-IN" sz="2150" spc="140" dirty="0">
              <a:solidFill>
                <a:srgbClr val="00AF50"/>
              </a:solidFill>
              <a:latin typeface="Calibri"/>
              <a:cs typeface="Calibri"/>
            </a:endParaRPr>
          </a:p>
          <a:p>
            <a:pPr marL="555625" marR="523240" algn="ctr">
              <a:lnSpc>
                <a:spcPct val="110600"/>
              </a:lnSpc>
              <a:spcBef>
                <a:spcPts val="5"/>
              </a:spcBef>
            </a:pPr>
            <a:r>
              <a:rPr lang="en-IN" sz="2150" spc="-10" dirty="0" err="1">
                <a:solidFill>
                  <a:srgbClr val="00AF50"/>
                </a:solidFill>
                <a:latin typeface="Calibri"/>
                <a:cs typeface="Calibri"/>
              </a:rPr>
              <a:t>Balaiah</a:t>
            </a:r>
            <a:r>
              <a:rPr lang="en-IN" sz="2150" spc="-10" dirty="0">
                <a:solidFill>
                  <a:srgbClr val="00AF50"/>
                </a:solidFill>
                <a:latin typeface="Calibri"/>
                <a:cs typeface="Calibri"/>
              </a:rPr>
              <a:t> Sir</a:t>
            </a:r>
          </a:p>
          <a:p>
            <a:pPr marL="555625" marR="523240" algn="ctr">
              <a:lnSpc>
                <a:spcPct val="110600"/>
              </a:lnSpc>
              <a:spcBef>
                <a:spcPts val="5"/>
              </a:spcBef>
            </a:pP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Assistant</a:t>
            </a:r>
            <a:r>
              <a:rPr sz="2150" spc="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00AF50"/>
                </a:solidFill>
                <a:latin typeface="Calibri"/>
                <a:cs typeface="Calibri"/>
              </a:rPr>
              <a:t>Professor </a:t>
            </a: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Department</a:t>
            </a:r>
            <a:r>
              <a:rPr sz="2150" spc="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150" spc="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00AF50"/>
                </a:solidFill>
                <a:latin typeface="Calibri"/>
                <a:cs typeface="Calibri"/>
              </a:rPr>
              <a:t>CSE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575" y="6434454"/>
            <a:ext cx="744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06-03-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8725" y="5095497"/>
            <a:ext cx="2124075" cy="11433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859" rIns="0" bIns="0" rtlCol="0">
            <a:spAutoFit/>
          </a:bodyPr>
          <a:lstStyle/>
          <a:p>
            <a:pPr marL="2741295">
              <a:lnSpc>
                <a:spcPct val="100000"/>
              </a:lnSpc>
              <a:spcBef>
                <a:spcPts val="130"/>
              </a:spcBef>
            </a:pPr>
            <a:r>
              <a:rPr spc="-5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12165" y="1298193"/>
            <a:ext cx="10617835" cy="4346831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7620" algn="just">
              <a:lnSpc>
                <a:spcPct val="80400"/>
              </a:lnSpc>
              <a:spcBef>
                <a:spcPts val="740"/>
              </a:spcBef>
            </a:pPr>
            <a:r>
              <a:rPr lang="en-US" sz="2800" dirty="0" err="1"/>
              <a:t>NearStitch</a:t>
            </a:r>
            <a:r>
              <a:rPr lang="en-US" sz="2800" dirty="0"/>
              <a:t> is a console-based tailoring service application developed using Java and Data Structures. The system helps users easily find nearby tailor shops, select dress stitching services, and book orders through a simple console interface. Users can choose their location, city, and preferred tailor shop, view dress models with stitching costs, and provide customer details for booking</a:t>
            </a:r>
            <a:r>
              <a:rPr sz="2800" spc="-10" dirty="0"/>
              <a:t>.</a:t>
            </a:r>
            <a:endParaRPr sz="2800" dirty="0"/>
          </a:p>
          <a:p>
            <a:pPr marL="12700" marR="5080" indent="1315720" algn="just">
              <a:lnSpc>
                <a:spcPct val="80400"/>
              </a:lnSpc>
              <a:spcBef>
                <a:spcPts val="944"/>
              </a:spcBef>
            </a:pPr>
            <a:r>
              <a:rPr lang="en-US" sz="2800" dirty="0"/>
              <a:t>The application stores tailor information using LinkedList, manages booking requests using Queue, and stores customer data using HashMap. It also generates a unique order ID and provides pickup and delivery details along with the final booking receipt. The project demonstrates practical implementation of Data Structures concepts in a real-world application.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8771" y="512063"/>
            <a:ext cx="340169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Existing</a:t>
            </a:r>
            <a:r>
              <a:rPr spc="-170" dirty="0"/>
              <a:t> </a:t>
            </a:r>
            <a:r>
              <a:rPr spc="-25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411729" y="1798256"/>
            <a:ext cx="9313545" cy="3298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3150"/>
              </a:lnSpc>
              <a:spcBef>
                <a:spcPts val="125"/>
              </a:spcBef>
              <a:tabLst>
                <a:tab pos="220979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Customers must visit tailor shops physically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Time-consuming process for searching shops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 to compare different tailoring services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centralized system for tailoring services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booking and communication with tailors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organized customer data management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automated billing or order tracking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access to shop information like rating or contact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593" rIns="0" bIns="0" rtlCol="0">
            <a:spAutoFit/>
          </a:bodyPr>
          <a:lstStyle/>
          <a:p>
            <a:pPr marL="1382395">
              <a:lnSpc>
                <a:spcPct val="100000"/>
              </a:lnSpc>
              <a:spcBef>
                <a:spcPts val="130"/>
              </a:spcBef>
            </a:pPr>
            <a:r>
              <a:rPr spc="-50" dirty="0"/>
              <a:t>Proposed</a:t>
            </a:r>
            <a:r>
              <a:rPr spc="-180" dirty="0"/>
              <a:t> </a:t>
            </a:r>
            <a:r>
              <a:rPr spc="-4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756410" y="1654936"/>
            <a:ext cx="9757410" cy="354648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NearStitch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console-based tailoring system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select location and city easily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Displays multiple tailor shops with details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Shows dress models with stitching costs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customers to book tailoring services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unique order ID for every booking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pickup and delivery information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Stores and manages customer records efficiently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76425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System</a:t>
            </a:r>
            <a:r>
              <a:rPr spc="-145" dirty="0"/>
              <a:t> </a:t>
            </a:r>
            <a:r>
              <a:rPr spc="-35" dirty="0"/>
              <a:t>Architecture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E8BE76-51B0-783A-EFE9-8AC87BF5F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685800"/>
            <a:ext cx="45720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9171" y="167068"/>
            <a:ext cx="36264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Project</a:t>
            </a:r>
            <a:r>
              <a:rPr spc="-180" dirty="0"/>
              <a:t> </a:t>
            </a:r>
            <a:r>
              <a:rPr spc="-30" dirty="0"/>
              <a:t>Modules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73575" y="1538739"/>
            <a:ext cx="6324600" cy="3780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/>
              <a:t>•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Selection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City Selection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Tailor Shop Display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Tailor Search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Dress Selection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Information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Booking Management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Billing and Receipt Generation Module</a:t>
            </a:r>
          </a:p>
          <a:p>
            <a:pPr marL="193040" indent="-180340">
              <a:lnSpc>
                <a:spcPts val="2455"/>
              </a:lnSpc>
              <a:buChar char="•"/>
              <a:tabLst>
                <a:tab pos="19304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009" rIns="0" bIns="0" rtlCol="0">
            <a:spAutoFit/>
          </a:bodyPr>
          <a:lstStyle/>
          <a:p>
            <a:pPr marL="2190115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12165" y="1298193"/>
            <a:ext cx="10617835" cy="3851759"/>
          </a:xfrm>
          <a:prstGeom prst="rect">
            <a:avLst/>
          </a:prstGeom>
        </p:spPr>
        <p:txBody>
          <a:bodyPr vert="horz" wrap="square" lIns="0" tIns="563308" rIns="0" bIns="0" rtlCol="0">
            <a:spAutoFit/>
          </a:bodyPr>
          <a:lstStyle/>
          <a:p>
            <a:pPr marL="1378586">
              <a:lnSpc>
                <a:spcPts val="3150"/>
              </a:lnSpc>
              <a:spcBef>
                <a:spcPts val="125"/>
              </a:spcBef>
              <a:tabLst>
                <a:tab pos="1587500" algn="l"/>
              </a:tabLst>
            </a:pPr>
            <a:r>
              <a:rPr lang="en-US" dirty="0"/>
              <a:t>• Develop a console-based tailoring service system</a:t>
            </a:r>
            <a:br>
              <a:rPr lang="en-US" dirty="0"/>
            </a:br>
            <a:r>
              <a:rPr lang="en-US" dirty="0"/>
              <a:t>• Implement Data Structures in real-world applications</a:t>
            </a:r>
            <a:br>
              <a:rPr lang="en-US" dirty="0"/>
            </a:br>
            <a:r>
              <a:rPr lang="en-US" dirty="0"/>
              <a:t>• Provide easy search for nearby tailor shops</a:t>
            </a:r>
            <a:br>
              <a:rPr lang="en-US" dirty="0"/>
            </a:br>
            <a:r>
              <a:rPr lang="en-US" dirty="0"/>
              <a:t>• Manage tailor and customer data efficiently</a:t>
            </a:r>
            <a:br>
              <a:rPr lang="en-US" dirty="0"/>
            </a:br>
            <a:r>
              <a:rPr lang="en-US" dirty="0"/>
              <a:t>• Automate tailoring service booking process</a:t>
            </a:r>
            <a:br>
              <a:rPr lang="en-US" dirty="0"/>
            </a:br>
            <a:r>
              <a:rPr lang="en-US" dirty="0"/>
              <a:t>• Generate automated order ID and receipts</a:t>
            </a:r>
            <a:br>
              <a:rPr lang="en-US" dirty="0"/>
            </a:br>
            <a:r>
              <a:rPr lang="en-US" dirty="0"/>
              <a:t>• Demonstrate searching and data management techniques</a:t>
            </a:r>
            <a:br>
              <a:rPr lang="en-US" dirty="0"/>
            </a:br>
            <a:r>
              <a:rPr lang="en-US" dirty="0"/>
              <a:t>• Improve convenience for tailoring service users</a:t>
            </a:r>
            <a:endParaRPr spc="-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2954" y="82232"/>
            <a:ext cx="521970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Co’s</a:t>
            </a:r>
            <a:r>
              <a:rPr spc="-105" dirty="0"/>
              <a:t> </a:t>
            </a:r>
            <a:r>
              <a:rPr spc="-65" dirty="0"/>
              <a:t>Attainments</a:t>
            </a:r>
            <a:r>
              <a:rPr spc="-145" dirty="0"/>
              <a:t> </a:t>
            </a:r>
            <a:r>
              <a:rPr dirty="0"/>
              <a:t>-</a:t>
            </a:r>
            <a:r>
              <a:rPr spc="-135" dirty="0"/>
              <a:t> </a:t>
            </a:r>
            <a:r>
              <a:rPr spc="-25" dirty="0"/>
              <a:t>FWD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667000" y="1447800"/>
            <a:ext cx="7580630" cy="3497752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CO1 - Linear Search used to find tailor shops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CO2 - LinkedList used to store tailor shop details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CO3 - Queue used to manage booking requests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CO4 - HashMap used to store customer records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 data storage using data structures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Implementation of searching algorithm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real-time booking management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Practical use of DSA concepts in application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7254" y="-74993"/>
            <a:ext cx="7687945" cy="773096"/>
          </a:xfrm>
          <a:prstGeom prst="rect">
            <a:avLst/>
          </a:prstGeom>
        </p:spPr>
        <p:txBody>
          <a:bodyPr vert="horz" wrap="square" lIns="0" tIns="95059" rIns="0" bIns="0" rtlCol="0">
            <a:spAutoFit/>
          </a:bodyPr>
          <a:lstStyle/>
          <a:p>
            <a:pPr marL="695325">
              <a:lnSpc>
                <a:spcPct val="100000"/>
              </a:lnSpc>
              <a:spcBef>
                <a:spcPts val="130"/>
              </a:spcBef>
            </a:pPr>
            <a:r>
              <a:rPr dirty="0"/>
              <a:t>Screenshots</a:t>
            </a:r>
            <a:r>
              <a:rPr spc="-14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lang="en-IN" dirty="0"/>
              <a:t>DSA</a:t>
            </a:r>
            <a:r>
              <a:rPr spc="-160" dirty="0"/>
              <a:t> </a:t>
            </a:r>
            <a:r>
              <a:rPr spc="-50" dirty="0"/>
              <a:t>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F71E10-B4BA-C04D-8AFE-9ED2E9CDE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09849"/>
            <a:ext cx="5029200" cy="35770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9D1137-38EE-DF4E-5479-FBDC28133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09849"/>
            <a:ext cx="5748950" cy="35770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B1EAD3-14F5-45B6-E501-D00C38089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75" y="946324"/>
            <a:ext cx="3372321" cy="56395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340E16-01D4-79E5-8177-0D52B40E2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9" y="1752600"/>
            <a:ext cx="3662855" cy="4344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8D00D4-F4EE-9BFE-8AF2-A44796803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574" y="1099117"/>
            <a:ext cx="3204747" cy="5334000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07D6D709-BF64-8051-E32A-9DD04D984A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22954" y="82232"/>
            <a:ext cx="521970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pc="-70" dirty="0"/>
              <a:t>OUTPUT SCREENSHOTS</a:t>
            </a:r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407770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2297" rIns="0" bIns="0" rtlCol="0">
            <a:spAutoFit/>
          </a:bodyPr>
          <a:lstStyle/>
          <a:p>
            <a:pPr marL="2901315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851E0-E34A-3BD4-9DF8-A36BA8B350F9}"/>
              </a:ext>
            </a:extLst>
          </p:cNvPr>
          <p:cNvSpPr txBox="1"/>
          <p:nvPr/>
        </p:nvSpPr>
        <p:spPr>
          <a:xfrm>
            <a:off x="2777518" y="1752600"/>
            <a:ext cx="891671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NearStitch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tailoring service booking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implementation of Data Structures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easy console-based user interaction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Efficiently manages tailor and customer data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Generates automated booking receipts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service accessibility for customers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be extended to web or mobile platforms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Shows practical application of DSA concepts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09282"/>
            <a:ext cx="36823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Geo-</a:t>
            </a:r>
            <a:r>
              <a:rPr spc="-114" dirty="0"/>
              <a:t> </a:t>
            </a:r>
            <a:r>
              <a:rPr spc="-85" dirty="0"/>
              <a:t>Tag</a:t>
            </a:r>
            <a:r>
              <a:rPr spc="-95" dirty="0"/>
              <a:t> </a:t>
            </a:r>
            <a:r>
              <a:rPr spc="-10" dirty="0"/>
              <a:t>Photos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4BF024-804C-C1B2-74A0-F0500CB734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52600"/>
            <a:ext cx="5257800" cy="3943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D2FD75-F40D-0C8E-3936-7C8D22A336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075" y="1752600"/>
            <a:ext cx="6073725" cy="37290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3290" y="2644203"/>
            <a:ext cx="273177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Calibri"/>
                <a:cs typeface="Calibri"/>
              </a:rPr>
              <a:t>THANK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YOU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620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Times New Roman</vt:lpstr>
      <vt:lpstr>Office Theme</vt:lpstr>
      <vt:lpstr>Title: NearStitch- Fashion Designing Pickup Delivery Console Project</vt:lpstr>
      <vt:lpstr>Abstract</vt:lpstr>
      <vt:lpstr>Existing System</vt:lpstr>
      <vt:lpstr>Proposed System</vt:lpstr>
      <vt:lpstr>System Architecture</vt:lpstr>
      <vt:lpstr>Project Modules</vt:lpstr>
      <vt:lpstr>Objectives</vt:lpstr>
      <vt:lpstr>Co’s Attainments - FWD</vt:lpstr>
      <vt:lpstr>Screenshots for DSA :</vt:lpstr>
      <vt:lpstr>OUTPUT SCREENSHOTS</vt:lpstr>
      <vt:lpstr>Conclusion</vt:lpstr>
      <vt:lpstr>Geo- Tag Photos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Jhanasri Thota</dc:creator>
  <cp:lastModifiedBy>Jhanasri Thota</cp:lastModifiedBy>
  <cp:revision>3</cp:revision>
  <dcterms:created xsi:type="dcterms:W3CDTF">2026-03-07T03:54:21Z</dcterms:created>
  <dcterms:modified xsi:type="dcterms:W3CDTF">2026-03-11T12:16:27Z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LastSaved">
    <vt:filetime>2026-03-07T00:00:00Z</vt:filetime>
  </property>
</Properties>
</file>